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72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AC7D17-7324-952C-93E5-836F27188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2687A22-2CE7-8AA2-7329-16DA4A667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BA93DC-FBCA-705F-7B5F-A7E3E249D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B528-3A43-4A65-92E7-12522D73B387}" type="datetimeFigureOut">
              <a:rPr lang="zh-CN" altLang="en-US" smtClean="0"/>
              <a:t>2023/8/25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2BC170-AD20-1BA2-C1C8-B21E64F2D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3CB2C1-1945-8B6E-0B07-95AFF3A56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2C2E-AA0E-4E1B-8830-CB6C7C41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687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C9845A-99AB-F556-6CB7-FF527E4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FFD5D5-E8AE-6BB5-402A-4C6381E94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998828-B815-EF53-0C28-CF1BB99A0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B528-3A43-4A65-92E7-12522D73B387}" type="datetimeFigureOut">
              <a:rPr lang="zh-CN" altLang="en-US" smtClean="0"/>
              <a:t>2023/8/25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1A0511-624F-42D8-3487-6AD0661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839A6A-052D-18CD-28D1-44DF213C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2C2E-AA0E-4E1B-8830-CB6C7C41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010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E547D-51C9-B061-A3FE-8B0DC07F5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8CF390-A3CE-BDC4-CC91-A03219F0D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3CC31F-A60F-897C-061D-8B47BD065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B528-3A43-4A65-92E7-12522D73B387}" type="datetimeFigureOut">
              <a:rPr lang="zh-CN" altLang="en-US" smtClean="0"/>
              <a:t>2023/8/25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43C559-1DB8-DBA1-3EF8-60951DAC7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660440-42BA-8963-5D5E-B229AB65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2C2E-AA0E-4E1B-8830-CB6C7C41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854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52EA1-301D-1DB4-25FB-30CAA39A9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F116AA-C0C8-553D-30B1-D809C953F7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125B97-B454-DC3B-1A9A-DB48DF82C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49C4BC-563A-F1FF-C931-150E8DFFF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B528-3A43-4A65-92E7-12522D73B387}" type="datetimeFigureOut">
              <a:rPr lang="zh-CN" altLang="en-US" smtClean="0"/>
              <a:t>2023/8/25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41C2FF-4A2F-CD94-A08F-AAC1A328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BB9545-E68F-33B3-D7A0-DC22A093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2C2E-AA0E-4E1B-8830-CB6C7C41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374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F09D7A-842B-E755-71E9-CEF3BAD33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D01A16-A32E-9B1C-14DD-1A0BAF7F5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66CB7D-10F9-B610-963A-0D6AF5AFB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6C0F7B-D6E8-BD13-127F-456835B495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17C45FF-CCE6-8149-D0A6-452E5255F3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281C3EE-DA26-48D2-C8D9-320829023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B528-3A43-4A65-92E7-12522D73B387}" type="datetimeFigureOut">
              <a:rPr lang="zh-CN" altLang="en-US" smtClean="0"/>
              <a:t>2023/8/25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EE5672-72D3-AF6B-37E3-7489EB576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4A35036-DD4B-DA7A-CDF4-E8413A1A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2C2E-AA0E-4E1B-8830-CB6C7C41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681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2E4793-8E2B-599E-3201-37DB2AE3F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13E587-8F86-3D1D-CE79-ADD78A8C6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B528-3A43-4A65-92E7-12522D73B387}" type="datetimeFigureOut">
              <a:rPr lang="zh-CN" altLang="en-US" smtClean="0"/>
              <a:t>2023/8/25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AA9DF07-D264-6778-E64F-7A13BE101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3B6E92-677B-7A68-F726-D1CCB435D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2C2E-AA0E-4E1B-8830-CB6C7C41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651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0D97F3A-462E-23C6-575C-0F6D13CFD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B528-3A43-4A65-92E7-12522D73B387}" type="datetimeFigureOut">
              <a:rPr lang="zh-CN" altLang="en-US" smtClean="0"/>
              <a:t>2023/8/25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7DBD6AA-28B5-1851-6C1A-0CD5B690B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04D592-5243-FD6F-A2C0-D7B959968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2C2E-AA0E-4E1B-8830-CB6C7C41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150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91CE1D-8115-5378-0447-286CA6010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2F3C5C-74AD-A4BB-77D5-8A80570BB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1AE512-5558-CB10-A117-D745A4665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9638FE-2714-1800-115A-767630915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B528-3A43-4A65-92E7-12522D73B387}" type="datetimeFigureOut">
              <a:rPr lang="zh-CN" altLang="en-US" smtClean="0"/>
              <a:t>2023/8/25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C5C8C0-3554-7A4C-B19E-2F3E4173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0B3A27-CFBC-6BF7-61B5-EE874F38B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2C2E-AA0E-4E1B-8830-CB6C7C41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910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D28F29-282A-BA76-43D7-F3FCD90F3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3E858F-14F2-028C-FFFB-A57564058B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63FB32-32DB-1188-5D2F-2E00FEDA2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EC0919-5F40-4FC6-5A52-CE3C6D363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B528-3A43-4A65-92E7-12522D73B387}" type="datetimeFigureOut">
              <a:rPr lang="zh-CN" altLang="en-US" smtClean="0"/>
              <a:t>2023/8/25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75B032-2574-96BC-7D57-FA4220147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A39C09-0B3F-CB46-D20F-8A6F2B17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2C2E-AA0E-4E1B-8830-CB6C7C41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317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C40940-F56C-1ED4-88EC-0E09971CD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7CC0CB-1321-0BA3-7C6C-04114EEB2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E6F01B-91E1-8DD9-BC9C-8F327BF4E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B528-3A43-4A65-92E7-12522D73B387}" type="datetimeFigureOut">
              <a:rPr lang="zh-CN" altLang="en-US" smtClean="0"/>
              <a:t>2023/8/25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EC326D-9611-EA6C-57FE-AF21FE7A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286B09-DF64-1DD5-C06C-4F670D919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2C2E-AA0E-4E1B-8830-CB6C7C41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553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5F76EC-E59A-6211-2F3A-29F5E1AF0C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56AA04-9448-3580-812D-BE26AFBF3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3BE5C9-2508-4B4D-C461-E7A3A5B0A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B528-3A43-4A65-92E7-12522D73B387}" type="datetimeFigureOut">
              <a:rPr lang="zh-CN" altLang="en-US" smtClean="0"/>
              <a:t>2023/8/25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B45F64-8427-71A0-B60B-3A562F9ED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3129BA-CACE-D510-ABD0-D4D1B512E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2C2E-AA0E-4E1B-8830-CB6C7C41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321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FB2DB65-A653-3BBA-A202-5DE3BBBD3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FD4663-F8C9-7B7C-17A6-40FEF5D1F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DBCF9D-01B7-DE33-8788-0AC5AA2F6F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0B528-3A43-4A65-92E7-12522D73B387}" type="datetimeFigureOut">
              <a:rPr lang="zh-CN" altLang="en-US" smtClean="0"/>
              <a:t>2023/8/25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A03CA8-9F06-8890-B69D-9A070CEECE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986D1F-762D-EC44-D767-05108FC99C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92C2E-AA0E-4E1B-8830-CB6C7C41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135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9CF6A36-B042-BF31-B850-C1CC66A0A775}"/>
              </a:ext>
            </a:extLst>
          </p:cNvPr>
          <p:cNvSpPr/>
          <p:nvPr/>
        </p:nvSpPr>
        <p:spPr>
          <a:xfrm>
            <a:off x="3993357" y="1143001"/>
            <a:ext cx="1700212" cy="8786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Player</a:t>
            </a:r>
          </a:p>
          <a:p>
            <a:pPr algn="ctr"/>
            <a:r>
              <a:rPr lang="en-US" altLang="zh-CN" dirty="0"/>
              <a:t>PlayerString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B5AC50-106F-1114-29B8-048519A95D62}"/>
              </a:ext>
            </a:extLst>
          </p:cNvPr>
          <p:cNvSpPr/>
          <p:nvPr/>
        </p:nvSpPr>
        <p:spPr>
          <a:xfrm>
            <a:off x="5917407" y="1143000"/>
            <a:ext cx="1700212" cy="8786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Player</a:t>
            </a:r>
          </a:p>
          <a:p>
            <a:pPr algn="ctr"/>
            <a:r>
              <a:rPr lang="en-US" altLang="zh-CN" dirty="0"/>
              <a:t>PlayerString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EE68E1-15D1-BA46-F549-C3A8BDE81400}"/>
              </a:ext>
            </a:extLst>
          </p:cNvPr>
          <p:cNvSpPr/>
          <p:nvPr/>
        </p:nvSpPr>
        <p:spPr>
          <a:xfrm>
            <a:off x="7841457" y="1143000"/>
            <a:ext cx="1700212" cy="8786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Player</a:t>
            </a:r>
          </a:p>
          <a:p>
            <a:pPr algn="ctr"/>
            <a:r>
              <a:rPr lang="en-US" altLang="zh-CN" dirty="0"/>
              <a:t>PlayerString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FC0CEF-613F-080D-69D5-F5F55074402B}"/>
              </a:ext>
            </a:extLst>
          </p:cNvPr>
          <p:cNvSpPr/>
          <p:nvPr/>
        </p:nvSpPr>
        <p:spPr>
          <a:xfrm>
            <a:off x="5917407" y="2185988"/>
            <a:ext cx="1700212" cy="87868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Assam</a:t>
            </a:r>
          </a:p>
          <a:p>
            <a:pPr algn="ctr"/>
            <a:r>
              <a:rPr lang="en-US" altLang="zh-CN" dirty="0"/>
              <a:t>AssamString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5316B8-2C24-7B83-D38A-F6C4E232E6C3}"/>
              </a:ext>
            </a:extLst>
          </p:cNvPr>
          <p:cNvSpPr/>
          <p:nvPr/>
        </p:nvSpPr>
        <p:spPr>
          <a:xfrm>
            <a:off x="5917407" y="3228976"/>
            <a:ext cx="1700212" cy="87868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Board</a:t>
            </a:r>
          </a:p>
          <a:p>
            <a:pPr algn="ctr"/>
            <a:r>
              <a:rPr lang="en-US" altLang="zh-CN" dirty="0"/>
              <a:t>BoardString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47669C-56D4-4B02-8D0B-62C7EC5DE32D}"/>
              </a:ext>
            </a:extLst>
          </p:cNvPr>
          <p:cNvSpPr/>
          <p:nvPr/>
        </p:nvSpPr>
        <p:spPr>
          <a:xfrm>
            <a:off x="1126332" y="2185987"/>
            <a:ext cx="1700212" cy="878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Game</a:t>
            </a:r>
          </a:p>
          <a:p>
            <a:pPr algn="ctr"/>
            <a:r>
              <a:rPr lang="en-US" altLang="zh-CN" dirty="0"/>
              <a:t>GameString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B3651D-5D3B-B695-4221-46E008C23B14}"/>
              </a:ext>
            </a:extLst>
          </p:cNvPr>
          <p:cNvSpPr/>
          <p:nvPr/>
        </p:nvSpPr>
        <p:spPr>
          <a:xfrm>
            <a:off x="3993357" y="4836319"/>
            <a:ext cx="1700212" cy="87868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Rug</a:t>
            </a:r>
          </a:p>
          <a:p>
            <a:pPr algn="ctr"/>
            <a:r>
              <a:rPr lang="en-US" altLang="zh-CN" dirty="0"/>
              <a:t>RugString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DA2A525-5156-8CF7-D975-6415A63F53A4}"/>
              </a:ext>
            </a:extLst>
          </p:cNvPr>
          <p:cNvSpPr/>
          <p:nvPr/>
        </p:nvSpPr>
        <p:spPr>
          <a:xfrm>
            <a:off x="5917407" y="4836318"/>
            <a:ext cx="1700212" cy="87868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Rug</a:t>
            </a:r>
          </a:p>
          <a:p>
            <a:pPr algn="ctr"/>
            <a:r>
              <a:rPr lang="en-US" altLang="zh-CN" dirty="0"/>
              <a:t>RugString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7CEE2C1-01FD-05EA-38BB-6ECCD75A63F7}"/>
              </a:ext>
            </a:extLst>
          </p:cNvPr>
          <p:cNvSpPr/>
          <p:nvPr/>
        </p:nvSpPr>
        <p:spPr>
          <a:xfrm>
            <a:off x="7841457" y="4836317"/>
            <a:ext cx="1700212" cy="87868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Rug</a:t>
            </a:r>
          </a:p>
          <a:p>
            <a:pPr algn="ctr"/>
            <a:r>
              <a:rPr lang="en-US" altLang="zh-CN" dirty="0"/>
              <a:t>RugString</a:t>
            </a:r>
          </a:p>
        </p:txBody>
      </p:sp>
    </p:spTree>
    <p:extLst>
      <p:ext uri="{BB962C8B-B14F-4D97-AF65-F5344CB8AC3E}">
        <p14:creationId xmlns:p14="http://schemas.microsoft.com/office/powerpoint/2010/main" val="860064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C3E3042-ECAC-AD7B-FDF7-ABD80C76952A}"/>
              </a:ext>
            </a:extLst>
          </p:cNvPr>
          <p:cNvSpPr/>
          <p:nvPr/>
        </p:nvSpPr>
        <p:spPr>
          <a:xfrm>
            <a:off x="950119" y="585789"/>
            <a:ext cx="1700212" cy="8786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Player</a:t>
            </a:r>
          </a:p>
          <a:p>
            <a:pPr algn="ctr"/>
            <a:r>
              <a:rPr lang="en-US" altLang="zh-CN" dirty="0"/>
              <a:t>PlayerString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AB1CF7-1385-3DAA-5EDF-32AFDFE0E222}"/>
              </a:ext>
            </a:extLst>
          </p:cNvPr>
          <p:cNvSpPr/>
          <p:nvPr/>
        </p:nvSpPr>
        <p:spPr>
          <a:xfrm>
            <a:off x="950119" y="1950244"/>
            <a:ext cx="1700212" cy="87868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Assam</a:t>
            </a:r>
          </a:p>
          <a:p>
            <a:pPr algn="ctr"/>
            <a:r>
              <a:rPr lang="en-US" altLang="zh-CN" dirty="0"/>
              <a:t>AssamString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285FFC7-93AE-41F0-9F74-223DE1B434D5}"/>
              </a:ext>
            </a:extLst>
          </p:cNvPr>
          <p:cNvSpPr/>
          <p:nvPr/>
        </p:nvSpPr>
        <p:spPr>
          <a:xfrm>
            <a:off x="950119" y="3314699"/>
            <a:ext cx="1700212" cy="87868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Rug</a:t>
            </a:r>
          </a:p>
          <a:p>
            <a:pPr algn="ctr"/>
            <a:r>
              <a:rPr lang="en-US" altLang="zh-CN" dirty="0"/>
              <a:t>RugString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AC50A3C-3181-3E17-E5FE-D57E1CD0EA3D}"/>
              </a:ext>
            </a:extLst>
          </p:cNvPr>
          <p:cNvSpPr txBox="1"/>
          <p:nvPr/>
        </p:nvSpPr>
        <p:spPr>
          <a:xfrm>
            <a:off x="3143250" y="840463"/>
            <a:ext cx="5394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Format 8 = 1(P) 1(color) 3(coins) 2(</a:t>
            </a:r>
            <a:r>
              <a:rPr lang="en-US" altLang="zh-CN" dirty="0" err="1"/>
              <a:t>remainingRugNumbers</a:t>
            </a:r>
            <a:r>
              <a:rPr lang="en-US" altLang="zh-CN" dirty="0"/>
              <a:t>) 1(</a:t>
            </a:r>
            <a:r>
              <a:rPr lang="en-US" altLang="zh-CN" dirty="0" err="1"/>
              <a:t>i</a:t>
            </a:r>
            <a:r>
              <a:rPr lang="en-US" altLang="zh-CN" dirty="0"/>
              <a:t>/o)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9D08F9C-B163-D2A3-B10A-DE00D35ABE99}"/>
              </a:ext>
            </a:extLst>
          </p:cNvPr>
          <p:cNvSpPr txBox="1"/>
          <p:nvPr/>
        </p:nvSpPr>
        <p:spPr>
          <a:xfrm>
            <a:off x="3143250" y="2204918"/>
            <a:ext cx="4300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Format 4 = 1(A) 2(pos) 1(N/E/S/W)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BE860E6-A012-2BD9-EE7B-09E797B85CE1}"/>
              </a:ext>
            </a:extLst>
          </p:cNvPr>
          <p:cNvSpPr txBox="1"/>
          <p:nvPr/>
        </p:nvSpPr>
        <p:spPr>
          <a:xfrm>
            <a:off x="3143250" y="3569373"/>
            <a:ext cx="4300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Format 7 = 1(color) 2(id) 2(pos) 2(pos)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4379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DBBB71D-0EB6-339A-A9AF-5AE377739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492" y="12524"/>
            <a:ext cx="8103016" cy="683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682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89</Words>
  <Application>Microsoft Office PowerPoint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落 苏</dc:creator>
  <cp:lastModifiedBy>落 苏</cp:lastModifiedBy>
  <cp:revision>15</cp:revision>
  <dcterms:created xsi:type="dcterms:W3CDTF">2023-08-25T05:41:35Z</dcterms:created>
  <dcterms:modified xsi:type="dcterms:W3CDTF">2023-08-25T08:56:45Z</dcterms:modified>
</cp:coreProperties>
</file>